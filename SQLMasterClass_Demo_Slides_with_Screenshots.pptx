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Master Class: AI-Powered SQL Learner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CS5200 Final Project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Role-based SQL learning platform for Students, Instructors, and Admins</a:t>
            </a:r>
          </a:p>
          <a:p>
            <a:pPr/>
            <a:r>
              <a:t>Real dataset + instant autograding + AI tutor</a:t>
            </a:r>
          </a:p>
          <a:p>
            <a:pPr/>
            <a:r>
              <a:t>Stores submissions and generates individual + class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I: Requirements, use cases, and initial architecture</a:t>
            </a:r>
          </a:p>
          <a:p>
            <a:pPr/>
            <a:r>
              <a:t>Phase II: EER model + logical schema + key analytics queries</a:t>
            </a:r>
          </a:p>
          <a:p>
            <a:pPr/>
            <a:r>
              <a:t>Phase III: Implementation of schema, constraints, and performance plan</a:t>
            </a:r>
          </a:p>
          <a:p>
            <a:pPr/>
            <a:r>
              <a:t>Phase IV: Data population, autograder workflows, and end-to-end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Web-based front-end with role-based navigation</a:t>
            </a:r>
          </a:p>
          <a:p>
            <a:pPr/>
            <a:r>
              <a:t>Backend APIs for auth, problem bank, grading, analytics</a:t>
            </a:r>
          </a:p>
          <a:p>
            <a:pPr/>
            <a:r>
              <a:t>MySQL database for persistent learning data</a:t>
            </a:r>
          </a:p>
          <a:p>
            <a:pPr/>
            <a:r>
              <a:t>LLM-powered Open SQL for chat tutoring and NL-to-SQL analytics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14 Requirements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Dynamic SQL: analytics filters, leaderboard, submission history, role-scoped queries</a:t>
            </a:r>
          </a:p>
          <a:p>
            <a:pPr/>
            <a:r>
              <a:t>Open SQL: student &amp; instructor chat assistants convert natural language to SQL</a:t>
            </a:r>
          </a:p>
          <a:p>
            <a:pPr/>
            <a:r>
              <a:t>Chat supports safe read queries and controlled updates where applicable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 (10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 min: Problem + solution overview</a:t>
            </a:r>
          </a:p>
          <a:p>
            <a:pPr/>
            <a:r>
              <a:t>5–6 min: Live walkthrough (Student → Instructor → Admin)</a:t>
            </a:r>
          </a:p>
          <a:p>
            <a:pPr/>
            <a:r>
              <a:t>1–2 min: Architecture + dynamic/open SQL highlights</a:t>
            </a:r>
          </a:p>
          <a:p>
            <a:pPr/>
            <a:r>
              <a:t>1 min: Lessons learned + next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56884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968593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Login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Learner Dashboard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47039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4071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Learner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Bank</a:t>
            </a:r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25891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6928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Problem Bank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Example</a:t>
            </a:r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73164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8596601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Problem Example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- Submissions</a:t>
            </a:r>
          </a:p>
        </p:txBody>
      </p:sp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80035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3734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Analytics - Submissions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- Time on Task &amp; Leaderboard</a:t>
            </a:r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72264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850665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Analytics - Time on Task &amp; Leaderboard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Chat Assistant</a:t>
            </a:r>
          </a:p>
        </p:txBody>
      </p:sp>
      <p:pic>
        <p:nvPicPr>
          <p:cNvPr id="3" name="Picture 2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5136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697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Student Chat Assistant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Dashboard</a:t>
            </a:r>
          </a:p>
        </p:txBody>
      </p:sp>
      <p:pic>
        <p:nvPicPr>
          <p:cNvPr id="3" name="Picture 2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5506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786177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Instructor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Analytics</a:t>
            </a:r>
          </a:p>
        </p:txBody>
      </p:sp>
      <p:pic>
        <p:nvPicPr>
          <p:cNvPr id="3" name="Picture 2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68266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810684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Class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Chat Assistant</a:t>
            </a:r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57365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016715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Instructor Chat Assistant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pic>
        <p:nvPicPr>
          <p:cNvPr id="3" name="Picture 2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57044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98460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Admin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Screencast (Attach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Insert your recorded demo video in this slide before submission:</a:t>
            </a:r>
          </a:p>
          <a:p>
            <a:pPr/>
            <a:r>
              <a:t>PowerPoint: Insert → Video → This Device…</a:t>
            </a:r>
          </a:p>
          <a:p>
            <a:pPr/>
            <a:r>
              <a:t>Recommended length: ~5–7 minutes covering Student, Instructor, Admin flows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Delivered a complete RBAC SQL learning product with autograding and analytics</a:t>
            </a:r>
          </a:p>
          <a:p>
            <a:pPr/>
            <a:r>
              <a:t>Integrated LLM tutoring and natural-language query support</a:t>
            </a:r>
          </a:p>
          <a:p>
            <a:pPr/>
            <a:r>
              <a:t>Established a foundation for scalable content and richer instructional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